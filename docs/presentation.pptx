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12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8.xml" ContentType="application/vnd.openxmlformats-officedocument.theme+xml"/>
  <Override PartName="/ppt/theme/theme5.xml" ContentType="application/vnd.openxmlformats-officedocument.theme+xml"/>
  <Override PartName="/ppt/theme/theme9.xml" ContentType="application/vnd.openxmlformats-officedocument.theme+xml"/>
  <Override PartName="/ppt/theme/theme13.xml" ContentType="application/vnd.openxmlformats-officedocument.theme+xml"/>
  <Override PartName="/ppt/theme/theme10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1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1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3" r:id="rId4"/>
    <p:sldMasterId id="2147483655" r:id="rId5"/>
    <p:sldMasterId id="2147483657" r:id="rId6"/>
    <p:sldMasterId id="2147483659" r:id="rId7"/>
    <p:sldMasterId id="2147483661" r:id="rId8"/>
    <p:sldMasterId id="2147483663" r:id="rId9"/>
    <p:sldMasterId id="2147483665" r:id="rId10"/>
    <p:sldMasterId id="2147483667" r:id="rId11"/>
    <p:sldMasterId id="2147483669" r:id="rId12"/>
    <p:sldMasterId id="2147483671" r:id="rId13"/>
    <p:sldMasterId id="2147483672" r:id="rId14"/>
  </p:sld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  <p:sldId id="287" r:id="rId46"/>
    <p:sldId id="288" r:id="rId47"/>
    <p:sldId id="289" r:id="rId48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Relationship Id="rId47" Type="http://schemas.openxmlformats.org/officeDocument/2006/relationships/slide" Target="slides/slide33.xml"/><Relationship Id="rId48" Type="http://schemas.openxmlformats.org/officeDocument/2006/relationships/slide" Target="slides/slide34.xml"/><Relationship Id="rId4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03280" y="441360"/>
            <a:ext cx="9071280" cy="515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6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503280" y="2741760"/>
            <a:ext cx="9071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503280" y="441360"/>
            <a:ext cx="9071280" cy="515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6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503280" y="2741760"/>
            <a:ext cx="9071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256093-F363-4293-86F5-217211D72CD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1C3410F-6D3C-489A-BFBB-5B8023D4091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6A3D568-0153-4124-A461-76265279AA0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9A1E7C6-DFB9-4207-AD45-025DF415AE9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4_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AE32E84-151C-4C7C-BFCD-51A6C429C06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5_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2F8C42C-E108-466D-84F5-0C99817E49C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6_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0637074-3263-4ED5-A301-8D3CBE1C51C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7_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5F0B233-616B-4239-962F-4F024DC0CD5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8_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B00034B-1BA6-46D3-A5E6-1610B3338DB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3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6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8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0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1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2.png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2.png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3280" y="225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3280" y="585360"/>
            <a:ext cx="9071280" cy="22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object 11"/>
          <p:cNvGrpSpPr/>
          <p:nvPr/>
        </p:nvGrpSpPr>
        <p:grpSpPr>
          <a:xfrm>
            <a:off x="9675360" y="5303160"/>
            <a:ext cx="211680" cy="209520"/>
            <a:chOff x="9675360" y="5303160"/>
            <a:chExt cx="211680" cy="209520"/>
          </a:xfrm>
        </p:grpSpPr>
        <p:sp>
          <p:nvSpPr>
            <p:cNvPr id="11" name="object 12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128016" y="0"/>
                  </a:moveTo>
                  <a:lnTo>
                    <a:pt x="78170" y="10000"/>
                  </a:lnTo>
                  <a:lnTo>
                    <a:pt x="37480" y="37271"/>
                  </a:lnTo>
                  <a:lnTo>
                    <a:pt x="10054" y="77720"/>
                  </a:lnTo>
                  <a:lnTo>
                    <a:pt x="0" y="127254"/>
                  </a:lnTo>
                  <a:lnTo>
                    <a:pt x="10054" y="176787"/>
                  </a:lnTo>
                  <a:lnTo>
                    <a:pt x="37480" y="217236"/>
                  </a:lnTo>
                  <a:lnTo>
                    <a:pt x="78170" y="244507"/>
                  </a:lnTo>
                  <a:lnTo>
                    <a:pt x="128016" y="254508"/>
                  </a:lnTo>
                  <a:lnTo>
                    <a:pt x="177861" y="244507"/>
                  </a:lnTo>
                  <a:lnTo>
                    <a:pt x="218551" y="217236"/>
                  </a:lnTo>
                  <a:lnTo>
                    <a:pt x="245977" y="176787"/>
                  </a:lnTo>
                  <a:lnTo>
                    <a:pt x="256032" y="127254"/>
                  </a:lnTo>
                  <a:lnTo>
                    <a:pt x="245977" y="77720"/>
                  </a:lnTo>
                  <a:lnTo>
                    <a:pt x="218551" y="37271"/>
                  </a:lnTo>
                  <a:lnTo>
                    <a:pt x="177861" y="1000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9CC63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object 13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0" y="127254"/>
                  </a:moveTo>
                  <a:lnTo>
                    <a:pt x="10054" y="77720"/>
                  </a:lnTo>
                  <a:lnTo>
                    <a:pt x="37480" y="37271"/>
                  </a:lnTo>
                  <a:lnTo>
                    <a:pt x="78170" y="10000"/>
                  </a:lnTo>
                  <a:lnTo>
                    <a:pt x="128016" y="0"/>
                  </a:lnTo>
                  <a:lnTo>
                    <a:pt x="177861" y="10000"/>
                  </a:lnTo>
                  <a:lnTo>
                    <a:pt x="218551" y="37271"/>
                  </a:lnTo>
                  <a:lnTo>
                    <a:pt x="245977" y="77720"/>
                  </a:lnTo>
                  <a:lnTo>
                    <a:pt x="256032" y="127254"/>
                  </a:lnTo>
                  <a:lnTo>
                    <a:pt x="245977" y="176787"/>
                  </a:lnTo>
                  <a:lnTo>
                    <a:pt x="218551" y="217236"/>
                  </a:lnTo>
                  <a:lnTo>
                    <a:pt x="177861" y="244507"/>
                  </a:lnTo>
                  <a:lnTo>
                    <a:pt x="128016" y="254508"/>
                  </a:lnTo>
                  <a:lnTo>
                    <a:pt x="78170" y="244507"/>
                  </a:lnTo>
                  <a:lnTo>
                    <a:pt x="37480" y="217236"/>
                  </a:lnTo>
                  <a:lnTo>
                    <a:pt x="10054" y="176787"/>
                  </a:lnTo>
                  <a:lnTo>
                    <a:pt x="0" y="127254"/>
                  </a:lnTo>
                  <a:close/>
                </a:path>
              </a:pathLst>
            </a:custGeom>
            <a:noFill/>
            <a:ln w="25920">
              <a:solidFill>
                <a:srgbClr val="9CC63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" name="PlaceHolder 1"/>
          <p:cNvSpPr>
            <a:spLocks noGrp="1"/>
          </p:cNvSpPr>
          <p:nvPr>
            <p:ph type="ftr" idx="1"/>
          </p:nvPr>
        </p:nvSpPr>
        <p:spPr>
          <a:xfrm>
            <a:off x="3338280" y="5254920"/>
            <a:ext cx="3398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ldNum" idx="2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BC04FA3C-49B2-4A63-9784-CF2B5F03BD8C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3"/>
          </p:nvPr>
        </p:nvSpPr>
        <p:spPr>
          <a:xfrm>
            <a:off x="692280" y="5254920"/>
            <a:ext cx="2264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title"/>
          </p:nvPr>
        </p:nvSpPr>
        <p:spPr>
          <a:xfrm>
            <a:off x="503280" y="225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object 11"/>
          <p:cNvGrpSpPr/>
          <p:nvPr/>
        </p:nvGrpSpPr>
        <p:grpSpPr>
          <a:xfrm>
            <a:off x="9675360" y="5303160"/>
            <a:ext cx="211680" cy="209520"/>
            <a:chOff x="9675360" y="5303160"/>
            <a:chExt cx="211680" cy="209520"/>
          </a:xfrm>
        </p:grpSpPr>
        <p:sp>
          <p:nvSpPr>
            <p:cNvPr id="19" name="object 12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128016" y="0"/>
                  </a:moveTo>
                  <a:lnTo>
                    <a:pt x="78170" y="10000"/>
                  </a:lnTo>
                  <a:lnTo>
                    <a:pt x="37480" y="37271"/>
                  </a:lnTo>
                  <a:lnTo>
                    <a:pt x="10054" y="77720"/>
                  </a:lnTo>
                  <a:lnTo>
                    <a:pt x="0" y="127254"/>
                  </a:lnTo>
                  <a:lnTo>
                    <a:pt x="10054" y="176787"/>
                  </a:lnTo>
                  <a:lnTo>
                    <a:pt x="37480" y="217236"/>
                  </a:lnTo>
                  <a:lnTo>
                    <a:pt x="78170" y="244507"/>
                  </a:lnTo>
                  <a:lnTo>
                    <a:pt x="128016" y="254508"/>
                  </a:lnTo>
                  <a:lnTo>
                    <a:pt x="177861" y="244507"/>
                  </a:lnTo>
                  <a:lnTo>
                    <a:pt x="218551" y="217236"/>
                  </a:lnTo>
                  <a:lnTo>
                    <a:pt x="245977" y="176787"/>
                  </a:lnTo>
                  <a:lnTo>
                    <a:pt x="256032" y="127254"/>
                  </a:lnTo>
                  <a:lnTo>
                    <a:pt x="245977" y="77720"/>
                  </a:lnTo>
                  <a:lnTo>
                    <a:pt x="218551" y="37271"/>
                  </a:lnTo>
                  <a:lnTo>
                    <a:pt x="177861" y="1000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9CC63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" name="object 13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0" y="127254"/>
                  </a:moveTo>
                  <a:lnTo>
                    <a:pt x="10054" y="77720"/>
                  </a:lnTo>
                  <a:lnTo>
                    <a:pt x="37480" y="37271"/>
                  </a:lnTo>
                  <a:lnTo>
                    <a:pt x="78170" y="10000"/>
                  </a:lnTo>
                  <a:lnTo>
                    <a:pt x="128016" y="0"/>
                  </a:lnTo>
                  <a:lnTo>
                    <a:pt x="177861" y="10000"/>
                  </a:lnTo>
                  <a:lnTo>
                    <a:pt x="218551" y="37271"/>
                  </a:lnTo>
                  <a:lnTo>
                    <a:pt x="245977" y="77720"/>
                  </a:lnTo>
                  <a:lnTo>
                    <a:pt x="256032" y="127254"/>
                  </a:lnTo>
                  <a:lnTo>
                    <a:pt x="245977" y="176787"/>
                  </a:lnTo>
                  <a:lnTo>
                    <a:pt x="218551" y="217236"/>
                  </a:lnTo>
                  <a:lnTo>
                    <a:pt x="177861" y="244507"/>
                  </a:lnTo>
                  <a:lnTo>
                    <a:pt x="128016" y="254508"/>
                  </a:lnTo>
                  <a:lnTo>
                    <a:pt x="78170" y="244507"/>
                  </a:lnTo>
                  <a:lnTo>
                    <a:pt x="37480" y="217236"/>
                  </a:lnTo>
                  <a:lnTo>
                    <a:pt x="10054" y="176787"/>
                  </a:lnTo>
                  <a:lnTo>
                    <a:pt x="0" y="127254"/>
                  </a:lnTo>
                  <a:close/>
                </a:path>
              </a:pathLst>
            </a:custGeom>
            <a:noFill/>
            <a:ln w="25920">
              <a:solidFill>
                <a:srgbClr val="9CC63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" name="PlaceHolder 1"/>
          <p:cNvSpPr>
            <a:spLocks noGrp="1"/>
          </p:cNvSpPr>
          <p:nvPr>
            <p:ph type="ftr" idx="4"/>
          </p:nvPr>
        </p:nvSpPr>
        <p:spPr>
          <a:xfrm>
            <a:off x="3338280" y="5254920"/>
            <a:ext cx="3398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sldNum" idx="5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89A4EF3-4117-4774-8672-274683646A40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6"/>
          </p:nvPr>
        </p:nvSpPr>
        <p:spPr>
          <a:xfrm>
            <a:off x="692280" y="5254920"/>
            <a:ext cx="2264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title"/>
          </p:nvPr>
        </p:nvSpPr>
        <p:spPr>
          <a:xfrm>
            <a:off x="503280" y="225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object 11"/>
          <p:cNvGrpSpPr/>
          <p:nvPr/>
        </p:nvGrpSpPr>
        <p:grpSpPr>
          <a:xfrm>
            <a:off x="9675360" y="5303160"/>
            <a:ext cx="211680" cy="209520"/>
            <a:chOff x="9675360" y="5303160"/>
            <a:chExt cx="211680" cy="209520"/>
          </a:xfrm>
        </p:grpSpPr>
        <p:sp>
          <p:nvSpPr>
            <p:cNvPr id="27" name="object 12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128016" y="0"/>
                  </a:moveTo>
                  <a:lnTo>
                    <a:pt x="78170" y="10000"/>
                  </a:lnTo>
                  <a:lnTo>
                    <a:pt x="37480" y="37271"/>
                  </a:lnTo>
                  <a:lnTo>
                    <a:pt x="10054" y="77720"/>
                  </a:lnTo>
                  <a:lnTo>
                    <a:pt x="0" y="127254"/>
                  </a:lnTo>
                  <a:lnTo>
                    <a:pt x="10054" y="176787"/>
                  </a:lnTo>
                  <a:lnTo>
                    <a:pt x="37480" y="217236"/>
                  </a:lnTo>
                  <a:lnTo>
                    <a:pt x="78170" y="244507"/>
                  </a:lnTo>
                  <a:lnTo>
                    <a:pt x="128016" y="254508"/>
                  </a:lnTo>
                  <a:lnTo>
                    <a:pt x="177861" y="244507"/>
                  </a:lnTo>
                  <a:lnTo>
                    <a:pt x="218551" y="217236"/>
                  </a:lnTo>
                  <a:lnTo>
                    <a:pt x="245977" y="176787"/>
                  </a:lnTo>
                  <a:lnTo>
                    <a:pt x="256032" y="127254"/>
                  </a:lnTo>
                  <a:lnTo>
                    <a:pt x="245977" y="77720"/>
                  </a:lnTo>
                  <a:lnTo>
                    <a:pt x="218551" y="37271"/>
                  </a:lnTo>
                  <a:lnTo>
                    <a:pt x="177861" y="1000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9CC63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" name="object 13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0" y="127254"/>
                  </a:moveTo>
                  <a:lnTo>
                    <a:pt x="10054" y="77720"/>
                  </a:lnTo>
                  <a:lnTo>
                    <a:pt x="37480" y="37271"/>
                  </a:lnTo>
                  <a:lnTo>
                    <a:pt x="78170" y="10000"/>
                  </a:lnTo>
                  <a:lnTo>
                    <a:pt x="128016" y="0"/>
                  </a:lnTo>
                  <a:lnTo>
                    <a:pt x="177861" y="10000"/>
                  </a:lnTo>
                  <a:lnTo>
                    <a:pt x="218551" y="37271"/>
                  </a:lnTo>
                  <a:lnTo>
                    <a:pt x="245977" y="77720"/>
                  </a:lnTo>
                  <a:lnTo>
                    <a:pt x="256032" y="127254"/>
                  </a:lnTo>
                  <a:lnTo>
                    <a:pt x="245977" y="176787"/>
                  </a:lnTo>
                  <a:lnTo>
                    <a:pt x="218551" y="217236"/>
                  </a:lnTo>
                  <a:lnTo>
                    <a:pt x="177861" y="244507"/>
                  </a:lnTo>
                  <a:lnTo>
                    <a:pt x="128016" y="254508"/>
                  </a:lnTo>
                  <a:lnTo>
                    <a:pt x="78170" y="244507"/>
                  </a:lnTo>
                  <a:lnTo>
                    <a:pt x="37480" y="217236"/>
                  </a:lnTo>
                  <a:lnTo>
                    <a:pt x="10054" y="176787"/>
                  </a:lnTo>
                  <a:lnTo>
                    <a:pt x="0" y="127254"/>
                  </a:lnTo>
                  <a:close/>
                </a:path>
              </a:pathLst>
            </a:custGeom>
            <a:noFill/>
            <a:ln w="25920">
              <a:solidFill>
                <a:srgbClr val="9CC63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9" name="PlaceHolder 1"/>
          <p:cNvSpPr>
            <a:spLocks noGrp="1"/>
          </p:cNvSpPr>
          <p:nvPr>
            <p:ph type="ftr" idx="7"/>
          </p:nvPr>
        </p:nvSpPr>
        <p:spPr>
          <a:xfrm>
            <a:off x="3338280" y="5254920"/>
            <a:ext cx="3398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ldNum" idx="8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E1BED623-7BEC-460A-BB69-F37518E64331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dt" idx="9"/>
          </p:nvPr>
        </p:nvSpPr>
        <p:spPr>
          <a:xfrm>
            <a:off x="692280" y="5254920"/>
            <a:ext cx="2264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title"/>
          </p:nvPr>
        </p:nvSpPr>
        <p:spPr>
          <a:xfrm>
            <a:off x="503280" y="225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object 11"/>
          <p:cNvGrpSpPr/>
          <p:nvPr/>
        </p:nvGrpSpPr>
        <p:grpSpPr>
          <a:xfrm>
            <a:off x="9675360" y="5303160"/>
            <a:ext cx="211680" cy="209520"/>
            <a:chOff x="9675360" y="5303160"/>
            <a:chExt cx="211680" cy="209520"/>
          </a:xfrm>
        </p:grpSpPr>
        <p:sp>
          <p:nvSpPr>
            <p:cNvPr id="35" name="object 12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128016" y="0"/>
                  </a:moveTo>
                  <a:lnTo>
                    <a:pt x="78170" y="10000"/>
                  </a:lnTo>
                  <a:lnTo>
                    <a:pt x="37480" y="37271"/>
                  </a:lnTo>
                  <a:lnTo>
                    <a:pt x="10054" y="77720"/>
                  </a:lnTo>
                  <a:lnTo>
                    <a:pt x="0" y="127254"/>
                  </a:lnTo>
                  <a:lnTo>
                    <a:pt x="10054" y="176787"/>
                  </a:lnTo>
                  <a:lnTo>
                    <a:pt x="37480" y="217236"/>
                  </a:lnTo>
                  <a:lnTo>
                    <a:pt x="78170" y="244507"/>
                  </a:lnTo>
                  <a:lnTo>
                    <a:pt x="128016" y="254508"/>
                  </a:lnTo>
                  <a:lnTo>
                    <a:pt x="177861" y="244507"/>
                  </a:lnTo>
                  <a:lnTo>
                    <a:pt x="218551" y="217236"/>
                  </a:lnTo>
                  <a:lnTo>
                    <a:pt x="245977" y="176787"/>
                  </a:lnTo>
                  <a:lnTo>
                    <a:pt x="256032" y="127254"/>
                  </a:lnTo>
                  <a:lnTo>
                    <a:pt x="245977" y="77720"/>
                  </a:lnTo>
                  <a:lnTo>
                    <a:pt x="218551" y="37271"/>
                  </a:lnTo>
                  <a:lnTo>
                    <a:pt x="177861" y="1000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9CC63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object 13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0" y="127254"/>
                  </a:moveTo>
                  <a:lnTo>
                    <a:pt x="10054" y="77720"/>
                  </a:lnTo>
                  <a:lnTo>
                    <a:pt x="37480" y="37271"/>
                  </a:lnTo>
                  <a:lnTo>
                    <a:pt x="78170" y="10000"/>
                  </a:lnTo>
                  <a:lnTo>
                    <a:pt x="128016" y="0"/>
                  </a:lnTo>
                  <a:lnTo>
                    <a:pt x="177861" y="10000"/>
                  </a:lnTo>
                  <a:lnTo>
                    <a:pt x="218551" y="37271"/>
                  </a:lnTo>
                  <a:lnTo>
                    <a:pt x="245977" y="77720"/>
                  </a:lnTo>
                  <a:lnTo>
                    <a:pt x="256032" y="127254"/>
                  </a:lnTo>
                  <a:lnTo>
                    <a:pt x="245977" y="176787"/>
                  </a:lnTo>
                  <a:lnTo>
                    <a:pt x="218551" y="217236"/>
                  </a:lnTo>
                  <a:lnTo>
                    <a:pt x="177861" y="244507"/>
                  </a:lnTo>
                  <a:lnTo>
                    <a:pt x="128016" y="254508"/>
                  </a:lnTo>
                  <a:lnTo>
                    <a:pt x="78170" y="244507"/>
                  </a:lnTo>
                  <a:lnTo>
                    <a:pt x="37480" y="217236"/>
                  </a:lnTo>
                  <a:lnTo>
                    <a:pt x="10054" y="176787"/>
                  </a:lnTo>
                  <a:lnTo>
                    <a:pt x="0" y="127254"/>
                  </a:lnTo>
                  <a:close/>
                </a:path>
              </a:pathLst>
            </a:custGeom>
            <a:noFill/>
            <a:ln w="25920">
              <a:solidFill>
                <a:srgbClr val="9CC63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7" name="PlaceHolder 1"/>
          <p:cNvSpPr>
            <a:spLocks noGrp="1"/>
          </p:cNvSpPr>
          <p:nvPr>
            <p:ph type="ftr" idx="10"/>
          </p:nvPr>
        </p:nvSpPr>
        <p:spPr>
          <a:xfrm>
            <a:off x="3338280" y="5254920"/>
            <a:ext cx="3398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ldNum" idx="11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26D9EF22-B71B-40F5-BBE3-9B264F1D6D6E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12"/>
          </p:nvPr>
        </p:nvSpPr>
        <p:spPr>
          <a:xfrm>
            <a:off x="692280" y="5254920"/>
            <a:ext cx="2264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title"/>
          </p:nvPr>
        </p:nvSpPr>
        <p:spPr>
          <a:xfrm>
            <a:off x="503280" y="225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object 11"/>
          <p:cNvGrpSpPr/>
          <p:nvPr/>
        </p:nvGrpSpPr>
        <p:grpSpPr>
          <a:xfrm>
            <a:off x="9675360" y="5303160"/>
            <a:ext cx="211680" cy="209520"/>
            <a:chOff x="9675360" y="5303160"/>
            <a:chExt cx="211680" cy="209520"/>
          </a:xfrm>
        </p:grpSpPr>
        <p:sp>
          <p:nvSpPr>
            <p:cNvPr id="43" name="object 12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128016" y="0"/>
                  </a:moveTo>
                  <a:lnTo>
                    <a:pt x="78170" y="10000"/>
                  </a:lnTo>
                  <a:lnTo>
                    <a:pt x="37480" y="37271"/>
                  </a:lnTo>
                  <a:lnTo>
                    <a:pt x="10054" y="77720"/>
                  </a:lnTo>
                  <a:lnTo>
                    <a:pt x="0" y="127254"/>
                  </a:lnTo>
                  <a:lnTo>
                    <a:pt x="10054" y="176787"/>
                  </a:lnTo>
                  <a:lnTo>
                    <a:pt x="37480" y="217236"/>
                  </a:lnTo>
                  <a:lnTo>
                    <a:pt x="78170" y="244507"/>
                  </a:lnTo>
                  <a:lnTo>
                    <a:pt x="128016" y="254508"/>
                  </a:lnTo>
                  <a:lnTo>
                    <a:pt x="177861" y="244507"/>
                  </a:lnTo>
                  <a:lnTo>
                    <a:pt x="218551" y="217236"/>
                  </a:lnTo>
                  <a:lnTo>
                    <a:pt x="245977" y="176787"/>
                  </a:lnTo>
                  <a:lnTo>
                    <a:pt x="256032" y="127254"/>
                  </a:lnTo>
                  <a:lnTo>
                    <a:pt x="245977" y="77720"/>
                  </a:lnTo>
                  <a:lnTo>
                    <a:pt x="218551" y="37271"/>
                  </a:lnTo>
                  <a:lnTo>
                    <a:pt x="177861" y="1000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9CC63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" name="object 13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0" y="127254"/>
                  </a:moveTo>
                  <a:lnTo>
                    <a:pt x="10054" y="77720"/>
                  </a:lnTo>
                  <a:lnTo>
                    <a:pt x="37480" y="37271"/>
                  </a:lnTo>
                  <a:lnTo>
                    <a:pt x="78170" y="10000"/>
                  </a:lnTo>
                  <a:lnTo>
                    <a:pt x="128016" y="0"/>
                  </a:lnTo>
                  <a:lnTo>
                    <a:pt x="177861" y="10000"/>
                  </a:lnTo>
                  <a:lnTo>
                    <a:pt x="218551" y="37271"/>
                  </a:lnTo>
                  <a:lnTo>
                    <a:pt x="245977" y="77720"/>
                  </a:lnTo>
                  <a:lnTo>
                    <a:pt x="256032" y="127254"/>
                  </a:lnTo>
                  <a:lnTo>
                    <a:pt x="245977" y="176787"/>
                  </a:lnTo>
                  <a:lnTo>
                    <a:pt x="218551" y="217236"/>
                  </a:lnTo>
                  <a:lnTo>
                    <a:pt x="177861" y="244507"/>
                  </a:lnTo>
                  <a:lnTo>
                    <a:pt x="128016" y="254508"/>
                  </a:lnTo>
                  <a:lnTo>
                    <a:pt x="78170" y="244507"/>
                  </a:lnTo>
                  <a:lnTo>
                    <a:pt x="37480" y="217236"/>
                  </a:lnTo>
                  <a:lnTo>
                    <a:pt x="10054" y="176787"/>
                  </a:lnTo>
                  <a:lnTo>
                    <a:pt x="0" y="127254"/>
                  </a:lnTo>
                  <a:close/>
                </a:path>
              </a:pathLst>
            </a:custGeom>
            <a:noFill/>
            <a:ln w="25920">
              <a:solidFill>
                <a:srgbClr val="9CC63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5" name="PlaceHolder 1"/>
          <p:cNvSpPr>
            <a:spLocks noGrp="1"/>
          </p:cNvSpPr>
          <p:nvPr>
            <p:ph type="ftr" idx="13"/>
          </p:nvPr>
        </p:nvSpPr>
        <p:spPr>
          <a:xfrm>
            <a:off x="3338280" y="5254920"/>
            <a:ext cx="3398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14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0D20206-94B9-4A0E-8C5B-1C396F0EF61A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15"/>
          </p:nvPr>
        </p:nvSpPr>
        <p:spPr>
          <a:xfrm>
            <a:off x="692280" y="5254920"/>
            <a:ext cx="2264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title"/>
          </p:nvPr>
        </p:nvSpPr>
        <p:spPr>
          <a:xfrm>
            <a:off x="503280" y="225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object 11"/>
          <p:cNvGrpSpPr/>
          <p:nvPr/>
        </p:nvGrpSpPr>
        <p:grpSpPr>
          <a:xfrm>
            <a:off x="9675360" y="5303160"/>
            <a:ext cx="211680" cy="209520"/>
            <a:chOff x="9675360" y="5303160"/>
            <a:chExt cx="211680" cy="209520"/>
          </a:xfrm>
        </p:grpSpPr>
        <p:sp>
          <p:nvSpPr>
            <p:cNvPr id="51" name="object 12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128016" y="0"/>
                  </a:moveTo>
                  <a:lnTo>
                    <a:pt x="78170" y="10000"/>
                  </a:lnTo>
                  <a:lnTo>
                    <a:pt x="37480" y="37271"/>
                  </a:lnTo>
                  <a:lnTo>
                    <a:pt x="10054" y="77720"/>
                  </a:lnTo>
                  <a:lnTo>
                    <a:pt x="0" y="127254"/>
                  </a:lnTo>
                  <a:lnTo>
                    <a:pt x="10054" y="176787"/>
                  </a:lnTo>
                  <a:lnTo>
                    <a:pt x="37480" y="217236"/>
                  </a:lnTo>
                  <a:lnTo>
                    <a:pt x="78170" y="244507"/>
                  </a:lnTo>
                  <a:lnTo>
                    <a:pt x="128016" y="254508"/>
                  </a:lnTo>
                  <a:lnTo>
                    <a:pt x="177861" y="244507"/>
                  </a:lnTo>
                  <a:lnTo>
                    <a:pt x="218551" y="217236"/>
                  </a:lnTo>
                  <a:lnTo>
                    <a:pt x="245977" y="176787"/>
                  </a:lnTo>
                  <a:lnTo>
                    <a:pt x="256032" y="127254"/>
                  </a:lnTo>
                  <a:lnTo>
                    <a:pt x="245977" y="77720"/>
                  </a:lnTo>
                  <a:lnTo>
                    <a:pt x="218551" y="37271"/>
                  </a:lnTo>
                  <a:lnTo>
                    <a:pt x="177861" y="1000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9CC63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" name="object 13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0" y="127254"/>
                  </a:moveTo>
                  <a:lnTo>
                    <a:pt x="10054" y="77720"/>
                  </a:lnTo>
                  <a:lnTo>
                    <a:pt x="37480" y="37271"/>
                  </a:lnTo>
                  <a:lnTo>
                    <a:pt x="78170" y="10000"/>
                  </a:lnTo>
                  <a:lnTo>
                    <a:pt x="128016" y="0"/>
                  </a:lnTo>
                  <a:lnTo>
                    <a:pt x="177861" y="10000"/>
                  </a:lnTo>
                  <a:lnTo>
                    <a:pt x="218551" y="37271"/>
                  </a:lnTo>
                  <a:lnTo>
                    <a:pt x="245977" y="77720"/>
                  </a:lnTo>
                  <a:lnTo>
                    <a:pt x="256032" y="127254"/>
                  </a:lnTo>
                  <a:lnTo>
                    <a:pt x="245977" y="176787"/>
                  </a:lnTo>
                  <a:lnTo>
                    <a:pt x="218551" y="217236"/>
                  </a:lnTo>
                  <a:lnTo>
                    <a:pt x="177861" y="244507"/>
                  </a:lnTo>
                  <a:lnTo>
                    <a:pt x="128016" y="254508"/>
                  </a:lnTo>
                  <a:lnTo>
                    <a:pt x="78170" y="244507"/>
                  </a:lnTo>
                  <a:lnTo>
                    <a:pt x="37480" y="217236"/>
                  </a:lnTo>
                  <a:lnTo>
                    <a:pt x="10054" y="176787"/>
                  </a:lnTo>
                  <a:lnTo>
                    <a:pt x="0" y="127254"/>
                  </a:lnTo>
                  <a:close/>
                </a:path>
              </a:pathLst>
            </a:custGeom>
            <a:noFill/>
            <a:ln w="25920">
              <a:solidFill>
                <a:srgbClr val="9CC63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3" name="PlaceHolder 1"/>
          <p:cNvSpPr>
            <a:spLocks noGrp="1"/>
          </p:cNvSpPr>
          <p:nvPr>
            <p:ph type="ftr" idx="16"/>
          </p:nvPr>
        </p:nvSpPr>
        <p:spPr>
          <a:xfrm>
            <a:off x="3338280" y="5254920"/>
            <a:ext cx="3398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sldNum" idx="17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E39B9E81-0CFB-44B5-A78F-658D11E38E67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dt" idx="18"/>
          </p:nvPr>
        </p:nvSpPr>
        <p:spPr>
          <a:xfrm>
            <a:off x="692280" y="5254920"/>
            <a:ext cx="2264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title"/>
          </p:nvPr>
        </p:nvSpPr>
        <p:spPr>
          <a:xfrm>
            <a:off x="503280" y="225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object 11"/>
          <p:cNvGrpSpPr/>
          <p:nvPr/>
        </p:nvGrpSpPr>
        <p:grpSpPr>
          <a:xfrm>
            <a:off x="9675360" y="5303160"/>
            <a:ext cx="211680" cy="209520"/>
            <a:chOff x="9675360" y="5303160"/>
            <a:chExt cx="211680" cy="209520"/>
          </a:xfrm>
        </p:grpSpPr>
        <p:sp>
          <p:nvSpPr>
            <p:cNvPr id="59" name="object 12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128016" y="0"/>
                  </a:moveTo>
                  <a:lnTo>
                    <a:pt x="78170" y="10000"/>
                  </a:lnTo>
                  <a:lnTo>
                    <a:pt x="37480" y="37271"/>
                  </a:lnTo>
                  <a:lnTo>
                    <a:pt x="10054" y="77720"/>
                  </a:lnTo>
                  <a:lnTo>
                    <a:pt x="0" y="127254"/>
                  </a:lnTo>
                  <a:lnTo>
                    <a:pt x="10054" y="176787"/>
                  </a:lnTo>
                  <a:lnTo>
                    <a:pt x="37480" y="217236"/>
                  </a:lnTo>
                  <a:lnTo>
                    <a:pt x="78170" y="244507"/>
                  </a:lnTo>
                  <a:lnTo>
                    <a:pt x="128016" y="254508"/>
                  </a:lnTo>
                  <a:lnTo>
                    <a:pt x="177861" y="244507"/>
                  </a:lnTo>
                  <a:lnTo>
                    <a:pt x="218551" y="217236"/>
                  </a:lnTo>
                  <a:lnTo>
                    <a:pt x="245977" y="176787"/>
                  </a:lnTo>
                  <a:lnTo>
                    <a:pt x="256032" y="127254"/>
                  </a:lnTo>
                  <a:lnTo>
                    <a:pt x="245977" y="77720"/>
                  </a:lnTo>
                  <a:lnTo>
                    <a:pt x="218551" y="37271"/>
                  </a:lnTo>
                  <a:lnTo>
                    <a:pt x="177861" y="1000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9CC63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" name="object 13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0" y="127254"/>
                  </a:moveTo>
                  <a:lnTo>
                    <a:pt x="10054" y="77720"/>
                  </a:lnTo>
                  <a:lnTo>
                    <a:pt x="37480" y="37271"/>
                  </a:lnTo>
                  <a:lnTo>
                    <a:pt x="78170" y="10000"/>
                  </a:lnTo>
                  <a:lnTo>
                    <a:pt x="128016" y="0"/>
                  </a:lnTo>
                  <a:lnTo>
                    <a:pt x="177861" y="10000"/>
                  </a:lnTo>
                  <a:lnTo>
                    <a:pt x="218551" y="37271"/>
                  </a:lnTo>
                  <a:lnTo>
                    <a:pt x="245977" y="77720"/>
                  </a:lnTo>
                  <a:lnTo>
                    <a:pt x="256032" y="127254"/>
                  </a:lnTo>
                  <a:lnTo>
                    <a:pt x="245977" y="176787"/>
                  </a:lnTo>
                  <a:lnTo>
                    <a:pt x="218551" y="217236"/>
                  </a:lnTo>
                  <a:lnTo>
                    <a:pt x="177861" y="244507"/>
                  </a:lnTo>
                  <a:lnTo>
                    <a:pt x="128016" y="254508"/>
                  </a:lnTo>
                  <a:lnTo>
                    <a:pt x="78170" y="244507"/>
                  </a:lnTo>
                  <a:lnTo>
                    <a:pt x="37480" y="217236"/>
                  </a:lnTo>
                  <a:lnTo>
                    <a:pt x="10054" y="176787"/>
                  </a:lnTo>
                  <a:lnTo>
                    <a:pt x="0" y="127254"/>
                  </a:lnTo>
                  <a:close/>
                </a:path>
              </a:pathLst>
            </a:custGeom>
            <a:noFill/>
            <a:ln w="25920">
              <a:solidFill>
                <a:srgbClr val="9CC63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PlaceHolder 1"/>
          <p:cNvSpPr>
            <a:spLocks noGrp="1"/>
          </p:cNvSpPr>
          <p:nvPr>
            <p:ph type="ftr" idx="19"/>
          </p:nvPr>
        </p:nvSpPr>
        <p:spPr>
          <a:xfrm>
            <a:off x="3338280" y="5254920"/>
            <a:ext cx="3398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ldNum" idx="20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2711951-010C-42AB-862E-994AB8D35CB0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dt" idx="21"/>
          </p:nvPr>
        </p:nvSpPr>
        <p:spPr>
          <a:xfrm>
            <a:off x="692280" y="5254920"/>
            <a:ext cx="2264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title"/>
          </p:nvPr>
        </p:nvSpPr>
        <p:spPr>
          <a:xfrm>
            <a:off x="503280" y="225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object 11"/>
          <p:cNvGrpSpPr/>
          <p:nvPr/>
        </p:nvGrpSpPr>
        <p:grpSpPr>
          <a:xfrm>
            <a:off x="9675360" y="5303160"/>
            <a:ext cx="211680" cy="209520"/>
            <a:chOff x="9675360" y="5303160"/>
            <a:chExt cx="211680" cy="209520"/>
          </a:xfrm>
        </p:grpSpPr>
        <p:sp>
          <p:nvSpPr>
            <p:cNvPr id="67" name="object 12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128016" y="0"/>
                  </a:moveTo>
                  <a:lnTo>
                    <a:pt x="78170" y="10000"/>
                  </a:lnTo>
                  <a:lnTo>
                    <a:pt x="37480" y="37271"/>
                  </a:lnTo>
                  <a:lnTo>
                    <a:pt x="10054" y="77720"/>
                  </a:lnTo>
                  <a:lnTo>
                    <a:pt x="0" y="127254"/>
                  </a:lnTo>
                  <a:lnTo>
                    <a:pt x="10054" y="176787"/>
                  </a:lnTo>
                  <a:lnTo>
                    <a:pt x="37480" y="217236"/>
                  </a:lnTo>
                  <a:lnTo>
                    <a:pt x="78170" y="244507"/>
                  </a:lnTo>
                  <a:lnTo>
                    <a:pt x="128016" y="254508"/>
                  </a:lnTo>
                  <a:lnTo>
                    <a:pt x="177861" y="244507"/>
                  </a:lnTo>
                  <a:lnTo>
                    <a:pt x="218551" y="217236"/>
                  </a:lnTo>
                  <a:lnTo>
                    <a:pt x="245977" y="176787"/>
                  </a:lnTo>
                  <a:lnTo>
                    <a:pt x="256032" y="127254"/>
                  </a:lnTo>
                  <a:lnTo>
                    <a:pt x="245977" y="77720"/>
                  </a:lnTo>
                  <a:lnTo>
                    <a:pt x="218551" y="37271"/>
                  </a:lnTo>
                  <a:lnTo>
                    <a:pt x="177861" y="1000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9CC63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object 13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0" y="127254"/>
                  </a:moveTo>
                  <a:lnTo>
                    <a:pt x="10054" y="77720"/>
                  </a:lnTo>
                  <a:lnTo>
                    <a:pt x="37480" y="37271"/>
                  </a:lnTo>
                  <a:lnTo>
                    <a:pt x="78170" y="10000"/>
                  </a:lnTo>
                  <a:lnTo>
                    <a:pt x="128016" y="0"/>
                  </a:lnTo>
                  <a:lnTo>
                    <a:pt x="177861" y="10000"/>
                  </a:lnTo>
                  <a:lnTo>
                    <a:pt x="218551" y="37271"/>
                  </a:lnTo>
                  <a:lnTo>
                    <a:pt x="245977" y="77720"/>
                  </a:lnTo>
                  <a:lnTo>
                    <a:pt x="256032" y="127254"/>
                  </a:lnTo>
                  <a:lnTo>
                    <a:pt x="245977" y="176787"/>
                  </a:lnTo>
                  <a:lnTo>
                    <a:pt x="218551" y="217236"/>
                  </a:lnTo>
                  <a:lnTo>
                    <a:pt x="177861" y="244507"/>
                  </a:lnTo>
                  <a:lnTo>
                    <a:pt x="128016" y="254508"/>
                  </a:lnTo>
                  <a:lnTo>
                    <a:pt x="78170" y="244507"/>
                  </a:lnTo>
                  <a:lnTo>
                    <a:pt x="37480" y="217236"/>
                  </a:lnTo>
                  <a:lnTo>
                    <a:pt x="10054" y="176787"/>
                  </a:lnTo>
                  <a:lnTo>
                    <a:pt x="0" y="127254"/>
                  </a:lnTo>
                  <a:close/>
                </a:path>
              </a:pathLst>
            </a:custGeom>
            <a:noFill/>
            <a:ln w="25920">
              <a:solidFill>
                <a:srgbClr val="9CC63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" name="PlaceHolder 1"/>
          <p:cNvSpPr>
            <a:spLocks noGrp="1"/>
          </p:cNvSpPr>
          <p:nvPr>
            <p:ph type="ftr" idx="22"/>
          </p:nvPr>
        </p:nvSpPr>
        <p:spPr>
          <a:xfrm>
            <a:off x="3338280" y="5254920"/>
            <a:ext cx="3398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sldNum" idx="23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5C348C58-D27C-4D8A-8B65-72F51BE522B2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dt" idx="24"/>
          </p:nvPr>
        </p:nvSpPr>
        <p:spPr>
          <a:xfrm>
            <a:off x="692280" y="5254920"/>
            <a:ext cx="2264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title"/>
          </p:nvPr>
        </p:nvSpPr>
        <p:spPr>
          <a:xfrm>
            <a:off x="503280" y="225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object 11"/>
          <p:cNvGrpSpPr/>
          <p:nvPr/>
        </p:nvGrpSpPr>
        <p:grpSpPr>
          <a:xfrm>
            <a:off x="9675360" y="5303160"/>
            <a:ext cx="211680" cy="209520"/>
            <a:chOff x="9675360" y="5303160"/>
            <a:chExt cx="211680" cy="209520"/>
          </a:xfrm>
        </p:grpSpPr>
        <p:sp>
          <p:nvSpPr>
            <p:cNvPr id="75" name="object 12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128016" y="0"/>
                  </a:moveTo>
                  <a:lnTo>
                    <a:pt x="78170" y="10000"/>
                  </a:lnTo>
                  <a:lnTo>
                    <a:pt x="37480" y="37271"/>
                  </a:lnTo>
                  <a:lnTo>
                    <a:pt x="10054" y="77720"/>
                  </a:lnTo>
                  <a:lnTo>
                    <a:pt x="0" y="127254"/>
                  </a:lnTo>
                  <a:lnTo>
                    <a:pt x="10054" y="176787"/>
                  </a:lnTo>
                  <a:lnTo>
                    <a:pt x="37480" y="217236"/>
                  </a:lnTo>
                  <a:lnTo>
                    <a:pt x="78170" y="244507"/>
                  </a:lnTo>
                  <a:lnTo>
                    <a:pt x="128016" y="254508"/>
                  </a:lnTo>
                  <a:lnTo>
                    <a:pt x="177861" y="244507"/>
                  </a:lnTo>
                  <a:lnTo>
                    <a:pt x="218551" y="217236"/>
                  </a:lnTo>
                  <a:lnTo>
                    <a:pt x="245977" y="176787"/>
                  </a:lnTo>
                  <a:lnTo>
                    <a:pt x="256032" y="127254"/>
                  </a:lnTo>
                  <a:lnTo>
                    <a:pt x="245977" y="77720"/>
                  </a:lnTo>
                  <a:lnTo>
                    <a:pt x="218551" y="37271"/>
                  </a:lnTo>
                  <a:lnTo>
                    <a:pt x="177861" y="1000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9CC63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object 13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0" y="127254"/>
                  </a:moveTo>
                  <a:lnTo>
                    <a:pt x="10054" y="77720"/>
                  </a:lnTo>
                  <a:lnTo>
                    <a:pt x="37480" y="37271"/>
                  </a:lnTo>
                  <a:lnTo>
                    <a:pt x="78170" y="10000"/>
                  </a:lnTo>
                  <a:lnTo>
                    <a:pt x="128016" y="0"/>
                  </a:lnTo>
                  <a:lnTo>
                    <a:pt x="177861" y="10000"/>
                  </a:lnTo>
                  <a:lnTo>
                    <a:pt x="218551" y="37271"/>
                  </a:lnTo>
                  <a:lnTo>
                    <a:pt x="245977" y="77720"/>
                  </a:lnTo>
                  <a:lnTo>
                    <a:pt x="256032" y="127254"/>
                  </a:lnTo>
                  <a:lnTo>
                    <a:pt x="245977" y="176787"/>
                  </a:lnTo>
                  <a:lnTo>
                    <a:pt x="218551" y="217236"/>
                  </a:lnTo>
                  <a:lnTo>
                    <a:pt x="177861" y="244507"/>
                  </a:lnTo>
                  <a:lnTo>
                    <a:pt x="128016" y="254508"/>
                  </a:lnTo>
                  <a:lnTo>
                    <a:pt x="78170" y="244507"/>
                  </a:lnTo>
                  <a:lnTo>
                    <a:pt x="37480" y="217236"/>
                  </a:lnTo>
                  <a:lnTo>
                    <a:pt x="10054" y="176787"/>
                  </a:lnTo>
                  <a:lnTo>
                    <a:pt x="0" y="127254"/>
                  </a:lnTo>
                  <a:close/>
                </a:path>
              </a:pathLst>
            </a:custGeom>
            <a:noFill/>
            <a:ln w="25920">
              <a:solidFill>
                <a:srgbClr val="9CC63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PlaceHolder 1"/>
          <p:cNvSpPr>
            <a:spLocks noGrp="1"/>
          </p:cNvSpPr>
          <p:nvPr>
            <p:ph type="ftr" idx="25"/>
          </p:nvPr>
        </p:nvSpPr>
        <p:spPr>
          <a:xfrm>
            <a:off x="3338280" y="5254920"/>
            <a:ext cx="3398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sldNum" idx="26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2B2CD3F-7029-4AFF-BF0E-D5B06517752D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dt" idx="27"/>
          </p:nvPr>
        </p:nvSpPr>
        <p:spPr>
          <a:xfrm>
            <a:off x="692280" y="5254920"/>
            <a:ext cx="2264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title"/>
          </p:nvPr>
        </p:nvSpPr>
        <p:spPr>
          <a:xfrm>
            <a:off x="503280" y="225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object 11"/>
          <p:cNvGrpSpPr/>
          <p:nvPr/>
        </p:nvGrpSpPr>
        <p:grpSpPr>
          <a:xfrm>
            <a:off x="9675360" y="5303160"/>
            <a:ext cx="211680" cy="209520"/>
            <a:chOff x="9675360" y="5303160"/>
            <a:chExt cx="211680" cy="209520"/>
          </a:xfrm>
        </p:grpSpPr>
        <p:sp>
          <p:nvSpPr>
            <p:cNvPr id="83" name="object 12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128016" y="0"/>
                  </a:moveTo>
                  <a:lnTo>
                    <a:pt x="78170" y="10000"/>
                  </a:lnTo>
                  <a:lnTo>
                    <a:pt x="37480" y="37271"/>
                  </a:lnTo>
                  <a:lnTo>
                    <a:pt x="10054" y="77720"/>
                  </a:lnTo>
                  <a:lnTo>
                    <a:pt x="0" y="127254"/>
                  </a:lnTo>
                  <a:lnTo>
                    <a:pt x="10054" y="176787"/>
                  </a:lnTo>
                  <a:lnTo>
                    <a:pt x="37480" y="217236"/>
                  </a:lnTo>
                  <a:lnTo>
                    <a:pt x="78170" y="244507"/>
                  </a:lnTo>
                  <a:lnTo>
                    <a:pt x="128016" y="254508"/>
                  </a:lnTo>
                  <a:lnTo>
                    <a:pt x="177861" y="244507"/>
                  </a:lnTo>
                  <a:lnTo>
                    <a:pt x="218551" y="217236"/>
                  </a:lnTo>
                  <a:lnTo>
                    <a:pt x="245977" y="176787"/>
                  </a:lnTo>
                  <a:lnTo>
                    <a:pt x="256032" y="127254"/>
                  </a:lnTo>
                  <a:lnTo>
                    <a:pt x="245977" y="77720"/>
                  </a:lnTo>
                  <a:lnTo>
                    <a:pt x="218551" y="37271"/>
                  </a:lnTo>
                  <a:lnTo>
                    <a:pt x="177861" y="1000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9CC63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" name="object 13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0" y="127254"/>
                  </a:moveTo>
                  <a:lnTo>
                    <a:pt x="10054" y="77720"/>
                  </a:lnTo>
                  <a:lnTo>
                    <a:pt x="37480" y="37271"/>
                  </a:lnTo>
                  <a:lnTo>
                    <a:pt x="78170" y="10000"/>
                  </a:lnTo>
                  <a:lnTo>
                    <a:pt x="128016" y="0"/>
                  </a:lnTo>
                  <a:lnTo>
                    <a:pt x="177861" y="10000"/>
                  </a:lnTo>
                  <a:lnTo>
                    <a:pt x="218551" y="37271"/>
                  </a:lnTo>
                  <a:lnTo>
                    <a:pt x="245977" y="77720"/>
                  </a:lnTo>
                  <a:lnTo>
                    <a:pt x="256032" y="127254"/>
                  </a:lnTo>
                  <a:lnTo>
                    <a:pt x="245977" y="176787"/>
                  </a:lnTo>
                  <a:lnTo>
                    <a:pt x="218551" y="217236"/>
                  </a:lnTo>
                  <a:lnTo>
                    <a:pt x="177861" y="244507"/>
                  </a:lnTo>
                  <a:lnTo>
                    <a:pt x="128016" y="254508"/>
                  </a:lnTo>
                  <a:lnTo>
                    <a:pt x="78170" y="244507"/>
                  </a:lnTo>
                  <a:lnTo>
                    <a:pt x="37480" y="217236"/>
                  </a:lnTo>
                  <a:lnTo>
                    <a:pt x="10054" y="176787"/>
                  </a:lnTo>
                  <a:lnTo>
                    <a:pt x="0" y="127254"/>
                  </a:lnTo>
                  <a:close/>
                </a:path>
              </a:pathLst>
            </a:custGeom>
            <a:noFill/>
            <a:ln w="25920">
              <a:solidFill>
                <a:srgbClr val="9CC63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PlaceHolder 1"/>
          <p:cNvSpPr>
            <a:spLocks noGrp="1"/>
          </p:cNvSpPr>
          <p:nvPr>
            <p:ph type="ftr" idx="28"/>
          </p:nvPr>
        </p:nvSpPr>
        <p:spPr>
          <a:xfrm>
            <a:off x="3338280" y="5254920"/>
            <a:ext cx="3398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ldNum" idx="29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B7F55577-B960-4A95-9F53-53718B2A53D9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dt" idx="30"/>
          </p:nvPr>
        </p:nvSpPr>
        <p:spPr>
          <a:xfrm>
            <a:off x="692280" y="5254920"/>
            <a:ext cx="2264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 type="title"/>
          </p:nvPr>
        </p:nvSpPr>
        <p:spPr>
          <a:xfrm>
            <a:off x="503280" y="225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object 11"/>
          <p:cNvGrpSpPr/>
          <p:nvPr/>
        </p:nvGrpSpPr>
        <p:grpSpPr>
          <a:xfrm>
            <a:off x="9675360" y="5303160"/>
            <a:ext cx="211680" cy="209520"/>
            <a:chOff x="9675360" y="5303160"/>
            <a:chExt cx="211680" cy="209520"/>
          </a:xfrm>
        </p:grpSpPr>
        <p:sp>
          <p:nvSpPr>
            <p:cNvPr id="91" name="object 12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128016" y="0"/>
                  </a:moveTo>
                  <a:lnTo>
                    <a:pt x="78170" y="10000"/>
                  </a:lnTo>
                  <a:lnTo>
                    <a:pt x="37480" y="37271"/>
                  </a:lnTo>
                  <a:lnTo>
                    <a:pt x="10054" y="77720"/>
                  </a:lnTo>
                  <a:lnTo>
                    <a:pt x="0" y="127254"/>
                  </a:lnTo>
                  <a:lnTo>
                    <a:pt x="10054" y="176787"/>
                  </a:lnTo>
                  <a:lnTo>
                    <a:pt x="37480" y="217236"/>
                  </a:lnTo>
                  <a:lnTo>
                    <a:pt x="78170" y="244507"/>
                  </a:lnTo>
                  <a:lnTo>
                    <a:pt x="128016" y="254508"/>
                  </a:lnTo>
                  <a:lnTo>
                    <a:pt x="177861" y="244507"/>
                  </a:lnTo>
                  <a:lnTo>
                    <a:pt x="218551" y="217236"/>
                  </a:lnTo>
                  <a:lnTo>
                    <a:pt x="245977" y="176787"/>
                  </a:lnTo>
                  <a:lnTo>
                    <a:pt x="256032" y="127254"/>
                  </a:lnTo>
                  <a:lnTo>
                    <a:pt x="245977" y="77720"/>
                  </a:lnTo>
                  <a:lnTo>
                    <a:pt x="218551" y="37271"/>
                  </a:lnTo>
                  <a:lnTo>
                    <a:pt x="177861" y="1000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9CC63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object 13"/>
            <p:cNvSpPr/>
            <p:nvPr/>
          </p:nvSpPr>
          <p:spPr>
            <a:xfrm>
              <a:off x="9675360" y="5303160"/>
              <a:ext cx="211680" cy="209520"/>
            </a:xfrm>
            <a:custGeom>
              <a:avLst/>
              <a:gdLst>
                <a:gd name="textAreaLeft" fmla="*/ 0 w 211680"/>
                <a:gd name="textAreaRight" fmla="*/ 212040 w 211680"/>
                <a:gd name="textAreaTop" fmla="*/ 0 h 209520"/>
                <a:gd name="textAreaBottom" fmla="*/ 209880 h 209520"/>
              </a:gdLst>
              <a:ahLst/>
              <a:cxnLst/>
              <a:rect l="textAreaLeft" t="textAreaTop" r="textAreaRight" b="textAreaBottom"/>
              <a:pathLst>
                <a:path w="256540" h="254634">
                  <a:moveTo>
                    <a:pt x="0" y="127254"/>
                  </a:moveTo>
                  <a:lnTo>
                    <a:pt x="10054" y="77720"/>
                  </a:lnTo>
                  <a:lnTo>
                    <a:pt x="37480" y="37271"/>
                  </a:lnTo>
                  <a:lnTo>
                    <a:pt x="78170" y="10000"/>
                  </a:lnTo>
                  <a:lnTo>
                    <a:pt x="128016" y="0"/>
                  </a:lnTo>
                  <a:lnTo>
                    <a:pt x="177861" y="10000"/>
                  </a:lnTo>
                  <a:lnTo>
                    <a:pt x="218551" y="37271"/>
                  </a:lnTo>
                  <a:lnTo>
                    <a:pt x="245977" y="77720"/>
                  </a:lnTo>
                  <a:lnTo>
                    <a:pt x="256032" y="127254"/>
                  </a:lnTo>
                  <a:lnTo>
                    <a:pt x="245977" y="176787"/>
                  </a:lnTo>
                  <a:lnTo>
                    <a:pt x="218551" y="217236"/>
                  </a:lnTo>
                  <a:lnTo>
                    <a:pt x="177861" y="244507"/>
                  </a:lnTo>
                  <a:lnTo>
                    <a:pt x="128016" y="254508"/>
                  </a:lnTo>
                  <a:lnTo>
                    <a:pt x="78170" y="244507"/>
                  </a:lnTo>
                  <a:lnTo>
                    <a:pt x="37480" y="217236"/>
                  </a:lnTo>
                  <a:lnTo>
                    <a:pt x="10054" y="176787"/>
                  </a:lnTo>
                  <a:lnTo>
                    <a:pt x="0" y="127254"/>
                  </a:lnTo>
                  <a:close/>
                </a:path>
              </a:pathLst>
            </a:custGeom>
            <a:noFill/>
            <a:ln w="25920">
              <a:solidFill>
                <a:srgbClr val="9CC63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ru-RU" sz="1800" b="1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3" name="PlaceHolder 1"/>
          <p:cNvSpPr>
            <a:spLocks noGrp="1"/>
          </p:cNvSpPr>
          <p:nvPr>
            <p:ph type="ftr" idx="31"/>
          </p:nvPr>
        </p:nvSpPr>
        <p:spPr>
          <a:xfrm>
            <a:off x="3338280" y="5254920"/>
            <a:ext cx="3398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Nekst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sldNum" idx="32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824819BF-5EC4-4F88-B996-0B126E2D8432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dt" idx="33"/>
          </p:nvPr>
        </p:nvSpPr>
        <p:spPr>
          <a:xfrm>
            <a:off x="692280" y="5254920"/>
            <a:ext cx="226440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title"/>
          </p:nvPr>
        </p:nvSpPr>
        <p:spPr>
          <a:xfrm>
            <a:off x="503280" y="225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36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6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93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1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6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979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3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6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6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8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0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2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slideLayout" Target="../slideLayouts/slideLayout4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4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5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6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85440" y="2542320"/>
            <a:ext cx="8600400" cy="975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Прогнозирование спроса на велопрокат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1"/>
          <p:cNvSpPr/>
          <p:nvPr/>
        </p:nvSpPr>
        <p:spPr>
          <a:xfrm>
            <a:off x="685440" y="3846600"/>
            <a:ext cx="7556040" cy="30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ru-RU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Иванов Александр Евгеньевич 424-3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1"/>
          <p:cNvSpPr/>
          <p:nvPr/>
        </p:nvSpPr>
        <p:spPr>
          <a:xfrm>
            <a:off x="685440" y="4131360"/>
            <a:ext cx="75560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1400" b="0" i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Искусственный интеллект. Алгоритмы машинного обучения на языке Python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Прямая соединительная линия 1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Заголовок 1"/>
          <p:cNvSpPr/>
          <p:nvPr/>
        </p:nvSpPr>
        <p:spPr>
          <a:xfrm>
            <a:off x="702000" y="37296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Постановка задачи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1"/>
          <p:cNvSpPr>
            <a:spLocks noGrp="1"/>
          </p:cNvSpPr>
          <p:nvPr>
            <p:ph type="sldNum" idx="34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71072FC-AB43-46AC-B347-13FF40720830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4" name=""/>
          <p:cNvPicPr/>
          <p:nvPr/>
        </p:nvPicPr>
        <p:blipFill>
          <a:blip r:embed="rId1"/>
          <a:stretch/>
        </p:blipFill>
        <p:spPr>
          <a:xfrm>
            <a:off x="4913280" y="1512000"/>
            <a:ext cx="4501440" cy="3758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"/>
          <p:cNvSpPr/>
          <p:nvPr/>
        </p:nvSpPr>
        <p:spPr>
          <a:xfrm>
            <a:off x="685440" y="2057040"/>
            <a:ext cx="3886200" cy="227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Noto Sans CJK SC"/>
              </a:rPr>
              <a:t>Capital Bikeshare - сервис велопроката в Вашингтоне (США)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Noto Sans CJK SC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800" b="1" u="none" strike="noStrike">
                <a:solidFill>
                  <a:srgbClr val="1D2934"/>
                </a:solidFill>
                <a:effectLst/>
                <a:uFillTx/>
                <a:latin typeface="Arial"/>
                <a:ea typeface="Noto Sans CJK SC"/>
              </a:rPr>
              <a:t>Оператор хочет </a:t>
            </a: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Noto Sans CJK SC"/>
              </a:rPr>
              <a:t>точно прогнозировать почасовой спрос на велосипеды, при помощи собранной истории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Прямая соединительная линия 2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Заголовок 3"/>
          <p:cNvSpPr/>
          <p:nvPr/>
        </p:nvSpPr>
        <p:spPr>
          <a:xfrm>
            <a:off x="684000" y="37332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Тип задачи и метрики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1"/>
          <p:cNvSpPr>
            <a:spLocks noGrp="1"/>
          </p:cNvSpPr>
          <p:nvPr>
            <p:ph type="sldNum" idx="35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7FC2997-18BA-4DF0-B43F-C3F474DAEC4C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566280" y="1434600"/>
            <a:ext cx="8882640" cy="11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Задача: </a:t>
            </a:r>
            <a:r>
              <a:rPr lang="en-US" sz="1800" b="1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Регрессия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Целевая переменная:  </a:t>
            </a:r>
            <a:r>
              <a:rPr lang="en-US" sz="1800" b="1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cnt</a:t>
            </a: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 - непрерывная (целочисленная) переменная, количество арендованных велосипедов за час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0" name=""/>
          <p:cNvGraphicFramePr/>
          <p:nvPr/>
        </p:nvGraphicFramePr>
        <p:xfrm>
          <a:off x="657360" y="2723400"/>
          <a:ext cx="8721720" cy="2406600"/>
        </p:xfrm>
        <a:graphic>
          <a:graphicData uri="http://schemas.openxmlformats.org/drawingml/2006/table">
            <a:tbl>
              <a:tblPr/>
              <a:tblGrid>
                <a:gridCol w="1565640"/>
                <a:gridCol w="7156440"/>
              </a:tblGrid>
              <a:tr h="4309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Метрика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Обоснование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7256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RMSE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Основная метрика; сильнее штрафует за крупные ошибки, что важно для пиковых часов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7256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MAE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Легко интерпретируется операционной командой (ошибка в единицах велосипедов)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09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R²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Доля объяснённой дисперсии; удобен для сравнения моделей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Прямая соединительная линия 1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Заголовок 1"/>
          <p:cNvSpPr/>
          <p:nvPr/>
        </p:nvSpPr>
        <p:spPr>
          <a:xfrm>
            <a:off x="684000" y="37332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Ограничения и допущения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1"/>
          <p:cNvSpPr>
            <a:spLocks noGrp="1"/>
          </p:cNvSpPr>
          <p:nvPr>
            <p:ph type="sldNum" idx="36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9CC18DC-8399-4A35-8AB2-65D4512CEAAD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146160" y="2057040"/>
            <a:ext cx="3968280" cy="22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Данные охватывают только два года (2011–2012)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Данные по одному городу (Вашингтон, DC) 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Внешние события в датасете не отражены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"/>
          <p:cNvPicPr/>
          <p:nvPr/>
        </p:nvPicPr>
        <p:blipFill>
          <a:blip r:embed="rId1"/>
          <a:stretch/>
        </p:blipFill>
        <p:spPr>
          <a:xfrm>
            <a:off x="4347720" y="1512000"/>
            <a:ext cx="5101200" cy="340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229040" y="2786040"/>
            <a:ext cx="755640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EDA и Feature Engineering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Прямая соединительная линия 1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Заголовок 1"/>
          <p:cNvSpPr/>
          <p:nvPr/>
        </p:nvSpPr>
        <p:spPr>
          <a:xfrm>
            <a:off x="684000" y="37332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Анализ целевой переменной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1"/>
          <p:cNvSpPr>
            <a:spLocks noGrp="1"/>
          </p:cNvSpPr>
          <p:nvPr>
            <p:ph type="sldNum" idx="37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4F5EF05C-F379-4AA8-8ADE-DABE886159DB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0" name=""/>
          <p:cNvPicPr/>
          <p:nvPr/>
        </p:nvPicPr>
        <p:blipFill>
          <a:blip r:embed="rId1"/>
          <a:stretch/>
        </p:blipFill>
        <p:spPr>
          <a:xfrm>
            <a:off x="245520" y="1456920"/>
            <a:ext cx="9654840" cy="360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Прямая соединительная линия 3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Заголовок 4"/>
          <p:cNvSpPr/>
          <p:nvPr/>
        </p:nvSpPr>
        <p:spPr>
          <a:xfrm>
            <a:off x="684000" y="37332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Анализ количества аренды по времени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1"/>
          <p:cNvSpPr>
            <a:spLocks noGrp="1"/>
          </p:cNvSpPr>
          <p:nvPr>
            <p:ph type="sldNum" idx="38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5137D652-5E16-421C-815B-689307ABFEDF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4" name=""/>
          <p:cNvPicPr/>
          <p:nvPr/>
        </p:nvPicPr>
        <p:blipFill>
          <a:blip r:embed="rId1"/>
          <a:stretch/>
        </p:blipFill>
        <p:spPr>
          <a:xfrm>
            <a:off x="190800" y="1728000"/>
            <a:ext cx="9765360" cy="3212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Прямая соединительная линия 4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Заголовок 2"/>
          <p:cNvSpPr/>
          <p:nvPr/>
        </p:nvSpPr>
        <p:spPr>
          <a:xfrm>
            <a:off x="684000" y="37404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Анализ количества аренды по сезонам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1"/>
          <p:cNvSpPr>
            <a:spLocks noGrp="1"/>
          </p:cNvSpPr>
          <p:nvPr>
            <p:ph type="sldNum" idx="39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10D2D81-9CB2-42DF-861C-AA9B1499B43C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8" name=""/>
          <p:cNvPicPr/>
          <p:nvPr/>
        </p:nvPicPr>
        <p:blipFill>
          <a:blip r:embed="rId1"/>
          <a:stretch/>
        </p:blipFill>
        <p:spPr>
          <a:xfrm>
            <a:off x="188280" y="1639800"/>
            <a:ext cx="9827640" cy="3189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Прямая соединительная линия 6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Заголовок 5"/>
          <p:cNvSpPr/>
          <p:nvPr/>
        </p:nvSpPr>
        <p:spPr>
          <a:xfrm>
            <a:off x="684000" y="37404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Heatmap по сезонам и погодам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1"/>
          <p:cNvSpPr>
            <a:spLocks noGrp="1"/>
          </p:cNvSpPr>
          <p:nvPr>
            <p:ph type="sldNum" idx="40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4451A5C-267D-4076-B8E5-39769E894579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2" name=""/>
          <p:cNvPicPr/>
          <p:nvPr/>
        </p:nvPicPr>
        <p:blipFill>
          <a:blip r:embed="rId1"/>
          <a:stretch/>
        </p:blipFill>
        <p:spPr>
          <a:xfrm>
            <a:off x="71640" y="1371240"/>
            <a:ext cx="4728600" cy="342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3" name=""/>
          <p:cNvPicPr/>
          <p:nvPr/>
        </p:nvPicPr>
        <p:blipFill>
          <a:blip r:embed="rId2"/>
          <a:srcRect l="51747" t="0" r="0" b="0"/>
          <a:stretch/>
        </p:blipFill>
        <p:spPr>
          <a:xfrm>
            <a:off x="4850640" y="1391040"/>
            <a:ext cx="5193720" cy="3553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Прямая соединительная линия 5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Заголовок 8"/>
          <p:cNvSpPr/>
          <p:nvPr/>
        </p:nvSpPr>
        <p:spPr>
          <a:xfrm>
            <a:off x="684000" y="37404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Корреляция признаков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1"/>
          <p:cNvSpPr>
            <a:spLocks noGrp="1"/>
          </p:cNvSpPr>
          <p:nvPr>
            <p:ph type="sldNum" idx="41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825F4A81-ED0F-42EA-8152-91E9A21A25C4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7" name=""/>
          <p:cNvPicPr/>
          <p:nvPr/>
        </p:nvPicPr>
        <p:blipFill>
          <a:blip r:embed="rId1"/>
          <a:stretch/>
        </p:blipFill>
        <p:spPr>
          <a:xfrm>
            <a:off x="4771080" y="1247760"/>
            <a:ext cx="4781160" cy="408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"/>
          <p:cNvSpPr/>
          <p:nvPr/>
        </p:nvSpPr>
        <p:spPr>
          <a:xfrm>
            <a:off x="324000" y="1455840"/>
            <a:ext cx="4019040" cy="311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сильная корреляция между temp и atemp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корреляция между температурой и кол-вом аренодованных велосипедов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слабая отрицательная корреляция между hum и cnt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Прямая соединительная линия 7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Заголовок 6"/>
          <p:cNvSpPr/>
          <p:nvPr/>
        </p:nvSpPr>
        <p:spPr>
          <a:xfrm>
            <a:off x="684000" y="37440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Автокорреляция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1"/>
          <p:cNvSpPr>
            <a:spLocks noGrp="1"/>
          </p:cNvSpPr>
          <p:nvPr>
            <p:ph type="sldNum" idx="42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1AA9D8C5-E317-47BA-9A5D-F7924B989CB8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2" name=""/>
          <p:cNvPicPr/>
          <p:nvPr/>
        </p:nvPicPr>
        <p:blipFill>
          <a:blip r:embed="rId1"/>
          <a:stretch/>
        </p:blipFill>
        <p:spPr>
          <a:xfrm>
            <a:off x="755280" y="1701000"/>
            <a:ext cx="8565480" cy="377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"/>
          <p:cNvSpPr/>
          <p:nvPr/>
        </p:nvSpPr>
        <p:spPr>
          <a:xfrm>
            <a:off x="665280" y="1322640"/>
            <a:ext cx="34012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Датасет – </a:t>
            </a:r>
            <a:r>
              <a:rPr lang="en-US" sz="1800" b="1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временной ряд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Прямая соединительная линия 8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Заголовок 7"/>
          <p:cNvSpPr/>
          <p:nvPr/>
        </p:nvSpPr>
        <p:spPr>
          <a:xfrm>
            <a:off x="684000" y="37440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Кодирование и удаление признаков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sldNum" idx="43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0F335FC8-BF95-4516-A4B9-DD84C660C32B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704880" y="2018880"/>
            <a:ext cx="4019040" cy="20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Удаления</a:t>
            </a: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atemp удалён - корреляция с temp  0.99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dteday удалён - дата закодирована по отдельности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5244120" y="2035080"/>
            <a:ext cx="3827160" cy="25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Кодирования</a:t>
            </a: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OHE для weathersit и season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Дождь и снег (3 и 4) объединены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Циклическое кодирование hr и mnth (sin/cos)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Прямая соединительная линия 9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Заголовок 9"/>
          <p:cNvSpPr/>
          <p:nvPr/>
        </p:nvSpPr>
        <p:spPr>
          <a:xfrm>
            <a:off x="684000" y="37440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Создание новых признаков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1"/>
          <p:cNvSpPr>
            <a:spLocks noGrp="1"/>
          </p:cNvSpPr>
          <p:nvPr>
            <p:ph type="sldNum" idx="44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F8465F2C-DF6B-41D8-AF6B-8FDD74B96C55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456120" y="1462320"/>
            <a:ext cx="4019040" cy="351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800" b="1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Статичные</a:t>
            </a: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is_rush_hour - (7–9 и 17–19 ч.)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is_night - (0–5 ч.)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800" b="1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Динамичные</a:t>
            </a: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Лаг (1, 3, 6, 12, 24ч)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Скользящая средняя (3, 6, 12, 24ч)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EWM (6ч)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3" name=""/>
          <p:cNvPicPr/>
          <p:nvPr/>
        </p:nvPicPr>
        <p:blipFill>
          <a:blip r:embed="rId1"/>
          <a:srcRect l="0" t="0" r="50097" b="0"/>
          <a:stretch/>
        </p:blipFill>
        <p:spPr>
          <a:xfrm>
            <a:off x="4473720" y="1355760"/>
            <a:ext cx="5094360" cy="3935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Прямая соединительная линия 11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Заголовок 11"/>
          <p:cNvSpPr/>
          <p:nvPr/>
        </p:nvSpPr>
        <p:spPr>
          <a:xfrm>
            <a:off x="684000" y="37440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Работа с холодным стартом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1"/>
          <p:cNvSpPr>
            <a:spLocks noGrp="1"/>
          </p:cNvSpPr>
          <p:nvPr>
            <p:ph type="sldNum" idx="45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14806B3-183F-44E6-99AA-AC005E1F6D82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456840" y="1828440"/>
            <a:ext cx="3658320" cy="25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production-сервис может не знать о истории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Решение</a:t>
            </a: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Обучить модель думать без них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8" name=""/>
          <p:cNvGraphicFramePr/>
          <p:nvPr/>
        </p:nvGraphicFramePr>
        <p:xfrm>
          <a:off x="4800240" y="1828440"/>
          <a:ext cx="4639320" cy="3129120"/>
        </p:xfrm>
        <a:graphic>
          <a:graphicData uri="http://schemas.openxmlformats.org/drawingml/2006/table">
            <a:tbl>
              <a:tblPr/>
              <a:tblGrid>
                <a:gridCol w="1547280"/>
                <a:gridCol w="1547280"/>
                <a:gridCol w="1545120"/>
              </a:tblGrid>
              <a:tr h="58788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Сценарий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Доля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Доступные lag/rolling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788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normal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80%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все 12 признаков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3669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partial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15%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cnt_lag_1, cnt_lag_3, cnt_rolling_mean_3, cnt_ewm_6h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680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cold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5%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ничего (все 12 = NaN)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Прямая соединительная линия 12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Заголовок 12"/>
          <p:cNvSpPr/>
          <p:nvPr/>
        </p:nvSpPr>
        <p:spPr>
          <a:xfrm>
            <a:off x="684000" y="37440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Разделение данных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1"/>
          <p:cNvSpPr>
            <a:spLocks noGrp="1"/>
          </p:cNvSpPr>
          <p:nvPr>
            <p:ph type="sldNum" idx="46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BCF7A9E1-6053-4DEE-8FDC-B2D3C9651CA5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566640" y="1322640"/>
            <a:ext cx="90342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Случайный split </a:t>
            </a:r>
            <a:r>
              <a:rPr lang="en-US" sz="1800" b="1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недопустим</a:t>
            </a: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DejaVu Sans"/>
              </a:rPr>
              <a:t> для временных рядов, произведен хронологический сплит датасета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3" name=""/>
          <p:cNvGraphicFramePr/>
          <p:nvPr/>
        </p:nvGraphicFramePr>
        <p:xfrm>
          <a:off x="1005480" y="2325960"/>
          <a:ext cx="7896240" cy="2847240"/>
        </p:xfrm>
        <a:graphic>
          <a:graphicData uri="http://schemas.openxmlformats.org/drawingml/2006/table">
            <a:tbl>
              <a:tblPr/>
              <a:tblGrid>
                <a:gridCol w="915480"/>
                <a:gridCol w="2133720"/>
                <a:gridCol w="2215080"/>
                <a:gridCol w="2632320"/>
              </a:tblGrid>
              <a:tr h="47268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Сплит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Период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Объем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Обоснование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81792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Train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2011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8645 строк (49.7%)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Обучение модели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80964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Validation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2012 январь–июнь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4358 строк (25.1%)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Подбор гиперпараметров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736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Test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2012 июль–декабрь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4376 строк (25.2%)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Финальная оценка качества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1229040" y="2786040"/>
            <a:ext cx="755604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Baseline модель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Прямая соединительная линия 1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Заголовок 1"/>
          <p:cNvSpPr/>
          <p:nvPr/>
        </p:nvSpPr>
        <p:spPr>
          <a:xfrm>
            <a:off x="684000" y="37296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Дерево решений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1"/>
          <p:cNvSpPr>
            <a:spLocks noGrp="1"/>
          </p:cNvSpPr>
          <p:nvPr>
            <p:ph type="sldNum" idx="47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EAAAFD09-24BB-4603-9225-A8ABE24FA638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228240" y="2057040"/>
            <a:ext cx="3657600" cy="220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b="1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Дерево 1 (статичное)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 только 22 статичных признака: час, погода, сезон, рабочий день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b="1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Дерево 2 (динамичное)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 все 34 признака, включая lag/rolling/EWM.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9" name=""/>
          <p:cNvPicPr/>
          <p:nvPr/>
        </p:nvPicPr>
        <p:blipFill>
          <a:blip r:embed="rId1"/>
          <a:srcRect l="0" t="0" r="69473" b="0"/>
          <a:stretch/>
        </p:blipFill>
        <p:spPr>
          <a:xfrm>
            <a:off x="4209840" y="1599840"/>
            <a:ext cx="2876400" cy="3030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0" name=""/>
          <p:cNvPicPr/>
          <p:nvPr/>
        </p:nvPicPr>
        <p:blipFill>
          <a:blip r:embed="rId2"/>
          <a:srcRect l="67612" t="0" r="0" b="0"/>
          <a:stretch/>
        </p:blipFill>
        <p:spPr>
          <a:xfrm>
            <a:off x="7086240" y="1635840"/>
            <a:ext cx="2743200" cy="2974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Прямая соединительная линия 10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Заголовок 10"/>
          <p:cNvSpPr/>
          <p:nvPr/>
        </p:nvSpPr>
        <p:spPr>
          <a:xfrm>
            <a:off x="684000" y="37296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Гипотезы о деревьях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1"/>
          <p:cNvSpPr>
            <a:spLocks noGrp="1"/>
          </p:cNvSpPr>
          <p:nvPr>
            <p:ph type="sldNum" idx="48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170DB9B-4A26-415C-B2F4-5EF50FEF0A58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1371600" y="2057040"/>
            <a:ext cx="4343040" cy="229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Дерево 1 даёт идентичные метрики на test, test_cold и test_immediate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Дерево 2 значимо превосходит Дерево 1 на чистом test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Дерево 2 с медианным заполнением NaN деградирует на test_immediate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5943600" y="2163960"/>
            <a:ext cx="2285640" cy="20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Bef>
                <a:spcPts val="2324"/>
              </a:spcBef>
              <a:spcAft>
                <a:spcPts val="2126"/>
              </a:spcAft>
            </a:pPr>
            <a:r>
              <a:rPr lang="en-US" sz="1800" b="1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- Подтверждена</a:t>
            </a:r>
            <a:endParaRPr lang="en-US" sz="18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324"/>
              </a:spcBef>
              <a:spcAft>
                <a:spcPts val="2126"/>
              </a:spcAft>
            </a:pPr>
            <a:r>
              <a:rPr lang="en-US" sz="1800" b="1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- Подтверждена</a:t>
            </a:r>
            <a:endParaRPr lang="en-US" sz="18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324"/>
              </a:spcBef>
              <a:spcAft>
                <a:spcPts val="2126"/>
              </a:spcAft>
            </a:pPr>
            <a:r>
              <a:rPr lang="en-US" sz="1800" b="1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- Подтверждена</a:t>
            </a:r>
            <a:endParaRPr lang="en-US" sz="18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Прямая соединительная линия 13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Заголовок 13"/>
          <p:cNvSpPr/>
          <p:nvPr/>
        </p:nvSpPr>
        <p:spPr>
          <a:xfrm>
            <a:off x="684000" y="37296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Выводы для CatBoost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sldNum" idx="49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087D00D-2364-45A3-AE58-2E302C33D7CC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408600" y="1564560"/>
            <a:ext cx="4114440" cy="28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hr доминирует в статичной модели (71.6% FI).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cnt_lag_1 доминирует в temporal модели (80.8% FI)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- Влажность hum снижает спрос при hum &gt; 0.81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- is_rush_hour с 4.9% FI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0" name=""/>
          <p:cNvPicPr/>
          <p:nvPr/>
        </p:nvPicPr>
        <p:blipFill>
          <a:blip r:embed="rId1"/>
          <a:srcRect l="0" t="3976" r="48876" b="0"/>
          <a:stretch/>
        </p:blipFill>
        <p:spPr>
          <a:xfrm>
            <a:off x="5028840" y="1371240"/>
            <a:ext cx="3988080" cy="2600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1" name=""/>
          <p:cNvPicPr/>
          <p:nvPr/>
        </p:nvPicPr>
        <p:blipFill>
          <a:blip r:embed="rId2"/>
          <a:srcRect l="0" t="7869" r="49169" b="0"/>
          <a:stretch/>
        </p:blipFill>
        <p:spPr>
          <a:xfrm>
            <a:off x="5943240" y="2537640"/>
            <a:ext cx="3732480" cy="2348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1229040" y="2786040"/>
            <a:ext cx="755604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CatBoost модель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Прямая соединительная линия 14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Заголовок 14"/>
          <p:cNvSpPr/>
          <p:nvPr/>
        </p:nvSpPr>
        <p:spPr>
          <a:xfrm>
            <a:off x="684000" y="37332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Методология обучения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1"/>
          <p:cNvSpPr>
            <a:spLocks noGrp="1"/>
          </p:cNvSpPr>
          <p:nvPr>
            <p:ph type="sldNum" idx="50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DD474ED-1690-4AB1-BBE4-2B621917519C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457200" y="1698840"/>
            <a:ext cx="4343040" cy="28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Train содержит разделения 80/15/5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Val не содержит пропусков, ищем гиперпараметры через Optuna по rmsle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Test разделен на 3: идеальный, 80/15/5, худший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Собираем метрики через MLFlow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5257800" y="1671840"/>
            <a:ext cx="4114440" cy="28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Подбираем параметры: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Скорость обучения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Глубину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L2 регуляризацию листьев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Минимальное кол-во данных в листе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Прямая соединительная линия 15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Заголовок 15"/>
          <p:cNvSpPr/>
          <p:nvPr/>
        </p:nvSpPr>
        <p:spPr>
          <a:xfrm>
            <a:off x="684000" y="37332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Результаты обучения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1"/>
          <p:cNvSpPr>
            <a:spLocks noGrp="1"/>
          </p:cNvSpPr>
          <p:nvPr>
            <p:ph type="sldNum" idx="51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751A534-751E-4E03-BB85-39008F8BDFBC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1" name=""/>
          <p:cNvPicPr/>
          <p:nvPr/>
        </p:nvPicPr>
        <p:blipFill>
          <a:blip r:embed="rId1"/>
          <a:srcRect l="51572" t="7365" r="0" b="0"/>
          <a:stretch/>
        </p:blipFill>
        <p:spPr>
          <a:xfrm>
            <a:off x="5028840" y="3411000"/>
            <a:ext cx="4307400" cy="220572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92" name=""/>
          <p:cNvGraphicFramePr/>
          <p:nvPr/>
        </p:nvGraphicFramePr>
        <p:xfrm>
          <a:off x="276120" y="1401120"/>
          <a:ext cx="4515840" cy="3442680"/>
        </p:xfrm>
        <a:graphic>
          <a:graphicData uri="http://schemas.openxmlformats.org/drawingml/2006/table">
            <a:tbl>
              <a:tblPr/>
              <a:tblGrid>
                <a:gridCol w="1307880"/>
                <a:gridCol w="721800"/>
                <a:gridCol w="932400"/>
                <a:gridCol w="822240"/>
                <a:gridCol w="731880"/>
              </a:tblGrid>
              <a:tr h="31464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Датасет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RMSLE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RMSE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R^2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788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val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0.3606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83.1792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51.7248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0.9377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3669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test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0.3289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102.2269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61.3464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0.9441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680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test_cold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0.3509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4"/>
                          </a:solidFill>
                          <a:effectLst/>
                          <a:uFillTx/>
                          <a:latin typeface="Arial"/>
                        </a:rPr>
                        <a:t>106.1801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64.1632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0.9363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680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test_immediate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0.5779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148.4743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104.5304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0.8273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93" name=""/>
          <p:cNvPicPr/>
          <p:nvPr/>
        </p:nvPicPr>
        <p:blipFill>
          <a:blip r:embed="rId2"/>
          <a:srcRect l="0" t="6145" r="48363" b="0"/>
          <a:stretch/>
        </p:blipFill>
        <p:spPr>
          <a:xfrm>
            <a:off x="4979160" y="1211040"/>
            <a:ext cx="4393080" cy="2199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Прямая соединительная линия 16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Заголовок 16"/>
          <p:cNvSpPr/>
          <p:nvPr/>
        </p:nvSpPr>
        <p:spPr>
          <a:xfrm>
            <a:off x="684000" y="37332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Поведение модели на холодном старте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1"/>
          <p:cNvSpPr>
            <a:spLocks noGrp="1"/>
          </p:cNvSpPr>
          <p:nvPr>
            <p:ph type="sldNum" idx="52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0F90485C-C007-4DBA-9A04-C83734191A64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7" name=""/>
          <p:cNvPicPr/>
          <p:nvPr/>
        </p:nvPicPr>
        <p:blipFill>
          <a:blip r:embed="rId1"/>
          <a:stretch/>
        </p:blipFill>
        <p:spPr>
          <a:xfrm>
            <a:off x="12240" y="1940760"/>
            <a:ext cx="10045800" cy="249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Прямая соединительная линия 17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Заголовок 17"/>
          <p:cNvSpPr/>
          <p:nvPr/>
        </p:nvSpPr>
        <p:spPr>
          <a:xfrm>
            <a:off x="684000" y="37332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Распределение остатков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1"/>
          <p:cNvSpPr>
            <a:spLocks noGrp="1"/>
          </p:cNvSpPr>
          <p:nvPr>
            <p:ph type="sldNum" idx="53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9383E1FD-2812-4088-8D45-6C9DDFE67C4B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1" name=""/>
          <p:cNvPicPr/>
          <p:nvPr/>
        </p:nvPicPr>
        <p:blipFill>
          <a:blip r:embed="rId1"/>
          <a:stretch/>
        </p:blipFill>
        <p:spPr>
          <a:xfrm>
            <a:off x="72360" y="1744200"/>
            <a:ext cx="9915120" cy="2742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Прямая соединительная линия 18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Заголовок 18"/>
          <p:cNvSpPr/>
          <p:nvPr/>
        </p:nvSpPr>
        <p:spPr>
          <a:xfrm>
            <a:off x="684000" y="37332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Пики вляния cold start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1"/>
          <p:cNvSpPr>
            <a:spLocks noGrp="1"/>
          </p:cNvSpPr>
          <p:nvPr>
            <p:ph type="sldNum" idx="54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1CB608FB-A616-4FA9-9999-4ACBE7A236E0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228960" y="1143360"/>
            <a:ext cx="8229240" cy="91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Деградация cold start концентрируется именно в </a:t>
            </a:r>
            <a:r>
              <a:rPr lang="en-US" sz="1800" b="1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часы-пик (8:00, 17-18:00)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lag несет максимум информации в этот период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6" name=""/>
          <p:cNvPicPr/>
          <p:nvPr/>
        </p:nvPicPr>
        <p:blipFill>
          <a:blip r:embed="rId1"/>
          <a:stretch/>
        </p:blipFill>
        <p:spPr>
          <a:xfrm>
            <a:off x="12600" y="2322000"/>
            <a:ext cx="10045440" cy="2498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Прямая соединительная линия 19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Заголовок 19"/>
          <p:cNvSpPr/>
          <p:nvPr/>
        </p:nvSpPr>
        <p:spPr>
          <a:xfrm>
            <a:off x="684000" y="37332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Важность признаков по FI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1"/>
          <p:cNvSpPr>
            <a:spLocks noGrp="1"/>
          </p:cNvSpPr>
          <p:nvPr>
            <p:ph type="sldNum" idx="55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2ED9F3E9-AFB4-4C48-A531-21E1D59CFC43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10" name=""/>
          <p:cNvPicPr/>
          <p:nvPr/>
        </p:nvPicPr>
        <p:blipFill>
          <a:blip r:embed="rId1"/>
          <a:stretch/>
        </p:blipFill>
        <p:spPr>
          <a:xfrm>
            <a:off x="228240" y="1306440"/>
            <a:ext cx="9372600" cy="4125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Прямая соединительная линия 20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Заголовок 20"/>
          <p:cNvSpPr/>
          <p:nvPr/>
        </p:nvSpPr>
        <p:spPr>
          <a:xfrm>
            <a:off x="684000" y="37332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SHAP – интепритация предсказаний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1"/>
          <p:cNvSpPr>
            <a:spLocks noGrp="1"/>
          </p:cNvSpPr>
          <p:nvPr>
            <p:ph type="sldNum" idx="56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ABCC5F8-41CA-442D-9270-E19AF61C3DC9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14" name=""/>
          <p:cNvPicPr/>
          <p:nvPr/>
        </p:nvPicPr>
        <p:blipFill>
          <a:blip r:embed="rId1"/>
          <a:stretch/>
        </p:blipFill>
        <p:spPr>
          <a:xfrm>
            <a:off x="5636520" y="1371600"/>
            <a:ext cx="3278520" cy="3657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5" name=""/>
          <p:cNvPicPr/>
          <p:nvPr/>
        </p:nvPicPr>
        <p:blipFill>
          <a:blip r:embed="rId2"/>
          <a:stretch/>
        </p:blipFill>
        <p:spPr>
          <a:xfrm>
            <a:off x="713520" y="1371600"/>
            <a:ext cx="3291120" cy="3657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Прямая соединительная линия 21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Заголовок 21"/>
          <p:cNvSpPr/>
          <p:nvPr/>
        </p:nvSpPr>
        <p:spPr>
          <a:xfrm>
            <a:off x="684000" y="37332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Выводы по модели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1"/>
          <p:cNvSpPr>
            <a:spLocks noGrp="1"/>
          </p:cNvSpPr>
          <p:nvPr>
            <p:ph type="sldNum" idx="57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FA0F2BF-3D24-4555-8A59-BF65B79F83B3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631800" y="1852920"/>
            <a:ext cx="3939840" cy="2947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701"/>
              </a:spcBef>
              <a:spcAft>
                <a:spcPts val="1701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Noto Sans CJK SC"/>
              </a:rPr>
              <a:t>Модель сильна в "идеальном" режиме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701"/>
              </a:spcBef>
              <a:spcAft>
                <a:spcPts val="1701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Noto Sans CJK SC"/>
              </a:rPr>
              <a:t>Модель устойчива к cold start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701"/>
              </a:spcBef>
              <a:spcAft>
                <a:spcPts val="1701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  <a:ea typeface="Noto Sans CJK SC"/>
              </a:rPr>
              <a:t>Применима для production REST API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0" name=""/>
          <p:cNvPicPr/>
          <p:nvPr/>
        </p:nvPicPr>
        <p:blipFill>
          <a:blip r:embed="rId1"/>
          <a:stretch/>
        </p:blipFill>
        <p:spPr>
          <a:xfrm>
            <a:off x="5714640" y="1325880"/>
            <a:ext cx="3456000" cy="41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1229040" y="2786040"/>
            <a:ext cx="755604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FastAPI Сервис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Прямая соединительная линия 1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Заголовок 1"/>
          <p:cNvSpPr/>
          <p:nvPr/>
        </p:nvSpPr>
        <p:spPr>
          <a:xfrm>
            <a:off x="684000" y="408600"/>
            <a:ext cx="870048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Стек сервиса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1"/>
          <p:cNvSpPr>
            <a:spLocks noGrp="1"/>
          </p:cNvSpPr>
          <p:nvPr>
            <p:ph type="sldNum" idx="58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49EC304C-4F22-4934-AEE4-82B72FAC3A7D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685440" y="1023840"/>
            <a:ext cx="4114440" cy="39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FastAPI + Uvicorn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SqlAlchemy + asyncpg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CatBoost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Postgres (таблицы для temporal признаков)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Dependecy injector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Ruff + 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6" name=""/>
          <p:cNvPicPr/>
          <p:nvPr/>
        </p:nvPicPr>
        <p:blipFill>
          <a:blip r:embed="rId1"/>
          <a:stretch/>
        </p:blipFill>
        <p:spPr>
          <a:xfrm>
            <a:off x="4277160" y="2057040"/>
            <a:ext cx="5323680" cy="2237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7" name=""/>
          <p:cNvPicPr/>
          <p:nvPr/>
        </p:nvPicPr>
        <p:blipFill>
          <a:blip r:embed="rId2"/>
          <a:stretch/>
        </p:blipFill>
        <p:spPr>
          <a:xfrm>
            <a:off x="4383360" y="1106640"/>
            <a:ext cx="4844880" cy="174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8" name=""/>
          <p:cNvPicPr/>
          <p:nvPr/>
        </p:nvPicPr>
        <p:blipFill>
          <a:blip r:embed="rId3"/>
          <a:stretch/>
        </p:blipFill>
        <p:spPr>
          <a:xfrm>
            <a:off x="4799880" y="4086000"/>
            <a:ext cx="1171440" cy="117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9" name=""/>
          <p:cNvPicPr/>
          <p:nvPr/>
        </p:nvPicPr>
        <p:blipFill>
          <a:blip r:embed="rId4"/>
          <a:stretch/>
        </p:blipFill>
        <p:spPr>
          <a:xfrm>
            <a:off x="6591240" y="411444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0" name=""/>
          <p:cNvPicPr/>
          <p:nvPr/>
        </p:nvPicPr>
        <p:blipFill>
          <a:blip r:embed="rId5"/>
          <a:stretch/>
        </p:blipFill>
        <p:spPr>
          <a:xfrm>
            <a:off x="8000640" y="4114440"/>
            <a:ext cx="1146960" cy="1143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Прямая соединительная линия 1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Заголовок 1"/>
          <p:cNvSpPr/>
          <p:nvPr/>
        </p:nvSpPr>
        <p:spPr>
          <a:xfrm>
            <a:off x="684000" y="37296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Архитектура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1"/>
          <p:cNvSpPr>
            <a:spLocks noGrp="1"/>
          </p:cNvSpPr>
          <p:nvPr>
            <p:ph type="sldNum" idx="59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1F8FAE70-9C97-408E-8D04-C68AF7946D89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456840" y="1667880"/>
            <a:ext cx="4114440" cy="31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Приложение разбито по слоям: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Api (controllers)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Domain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Service (use cases)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Repository (entities)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Low (frameworks, DI)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"/>
          <p:cNvPicPr/>
          <p:nvPr/>
        </p:nvPicPr>
        <p:blipFill>
          <a:blip r:embed="rId1"/>
          <a:stretch/>
        </p:blipFill>
        <p:spPr>
          <a:xfrm>
            <a:off x="4800240" y="1423440"/>
            <a:ext cx="4908960" cy="3605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Прямая соединительная линия 22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Заголовок 22"/>
          <p:cNvSpPr/>
          <p:nvPr/>
        </p:nvSpPr>
        <p:spPr>
          <a:xfrm>
            <a:off x="684000" y="37296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Апи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1"/>
          <p:cNvSpPr>
            <a:spLocks noGrp="1"/>
          </p:cNvSpPr>
          <p:nvPr>
            <p:ph type="sldNum" idx="60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97B5903F-D8A4-4CFE-B9A6-E462F009A51B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9" name=""/>
          <p:cNvPicPr/>
          <p:nvPr/>
        </p:nvPicPr>
        <p:blipFill>
          <a:blip r:embed="rId1"/>
          <a:stretch/>
        </p:blipFill>
        <p:spPr>
          <a:xfrm>
            <a:off x="457560" y="1599840"/>
            <a:ext cx="9143280" cy="3507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Прямая соединительная линия 23"/>
          <p:cNvSpPr/>
          <p:nvPr/>
        </p:nvSpPr>
        <p:spPr>
          <a:xfrm flipV="1">
            <a:off x="164880" y="1167120"/>
            <a:ext cx="9756720" cy="7920"/>
          </a:xfrm>
          <a:prstGeom prst="line">
            <a:avLst/>
          </a:prstGeom>
          <a:ln w="9360">
            <a:solidFill>
              <a:srgbClr val="89C4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35280" rIns="90000" bIns="-3528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Заголовок 23"/>
          <p:cNvSpPr/>
          <p:nvPr/>
        </p:nvSpPr>
        <p:spPr>
          <a:xfrm>
            <a:off x="684000" y="372960"/>
            <a:ext cx="75272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2800" b="1" u="none" strike="noStrike">
                <a:solidFill>
                  <a:srgbClr val="89C400"/>
                </a:solidFill>
                <a:effectLst/>
                <a:uFillTx/>
                <a:latin typeface="Arial"/>
                <a:ea typeface="Verdana"/>
              </a:rPr>
              <a:t>Проделанная работа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1"/>
          <p:cNvSpPr>
            <a:spLocks noGrp="1"/>
          </p:cNvSpPr>
          <p:nvPr>
            <p:ph type="sldNum" idx="61"/>
          </p:nvPr>
        </p:nvSpPr>
        <p:spPr>
          <a:xfrm>
            <a:off x="9597960" y="5252760"/>
            <a:ext cx="356760" cy="298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F753C7B2-4685-4621-8EAB-38A5DA37592E}" type="slidenum">
              <a:rPr lang="ru-RU" sz="1200" b="1" u="none" strike="noStrike">
                <a:solidFill>
                  <a:schemeClr val="lt1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456840" y="1828440"/>
            <a:ext cx="4571640" cy="28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D2934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Произведен EDA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D2934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Выполнен Feature Engineering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D2934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Обучены baseline деревья решений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D2934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Обучена финальная CatBoost модель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D2934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Написан веб сервис для инференса модели, с минималистичным api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4" name=""/>
          <p:cNvPicPr/>
          <p:nvPr/>
        </p:nvPicPr>
        <p:blipFill>
          <a:blip r:embed="rId1"/>
          <a:stretch/>
        </p:blipFill>
        <p:spPr>
          <a:xfrm>
            <a:off x="5486040" y="1828440"/>
            <a:ext cx="3429000" cy="342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"/>
          <p:cNvSpPr txBox="1"/>
          <p:nvPr/>
        </p:nvSpPr>
        <p:spPr>
          <a:xfrm>
            <a:off x="4571640" y="1225800"/>
            <a:ext cx="5257800" cy="602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Код, артефакты, ноутбуки, модели доступны по ссылке или по QR: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5028840" y="5257440"/>
            <a:ext cx="4234320" cy="346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D2934"/>
                </a:solidFill>
                <a:effectLst/>
                <a:uFillTx/>
                <a:latin typeface="Arial"/>
              </a:rPr>
              <a:t>https://github.com/kanogame/bikeshare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685440" y="2542320"/>
            <a:ext cx="8600400" cy="975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Прогнозирование спроса на велопрокат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17"/>
          <p:cNvSpPr/>
          <p:nvPr/>
        </p:nvSpPr>
        <p:spPr>
          <a:xfrm>
            <a:off x="685440" y="3846600"/>
            <a:ext cx="7556040" cy="30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ru-RU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Иванов Александр Евгеньевич 424-3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18"/>
          <p:cNvSpPr/>
          <p:nvPr/>
        </p:nvSpPr>
        <p:spPr>
          <a:xfrm>
            <a:off x="685440" y="4131360"/>
            <a:ext cx="75560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ru-RU" sz="1400" b="0" i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Искусственный интеллект. Алгоритмы машинного обучения на языке Python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142</TotalTime>
  <Application>LibreOffice/26.2.3.2$Linux_X86_64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2023-08-24T08:06:00Z</dcterms:created>
  <dc:creator>Анастасия Г. Козлова</dc:creator>
  <dc:description/>
  <dc:language>ru-RU</dc:language>
  <cp:lastModifiedBy/>
  <dcterms:modified xsi:type="dcterms:W3CDTF">2026-05-29T15:04:24Z</dcterms:modified>
  <cp:revision>116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Широкоэкранный</vt:lpwstr>
  </property>
  <property fmtid="{D5CDD505-2E9C-101B-9397-08002B2CF9AE}" pid="3" name="Slides">
    <vt:r8>12</vt:r8>
  </property>
</Properties>
</file>